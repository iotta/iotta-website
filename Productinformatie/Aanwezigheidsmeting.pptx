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1" r:id="rId1"/>
  </p:sldMasterIdLst>
  <p:sldIdLst>
    <p:sldId id="256" r:id="rId2"/>
    <p:sldId id="261" r:id="rId3"/>
    <p:sldId id="274" r:id="rId4"/>
    <p:sldId id="272" r:id="rId5"/>
    <p:sldId id="269" r:id="rId6"/>
    <p:sldId id="271" r:id="rId7"/>
    <p:sldId id="267" r:id="rId8"/>
    <p:sldId id="268" r:id="rId9"/>
    <p:sldId id="264" r:id="rId10"/>
    <p:sldId id="270" r:id="rId11"/>
    <p:sldId id="262" r:id="rId12"/>
    <p:sldId id="263" r:id="rId13"/>
    <p:sldId id="27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65" d="100"/>
          <a:sy n="165" d="100"/>
        </p:scale>
        <p:origin x="14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50AE72-0D36-44B3-89AF-C19DD0EC30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35125" y="517448"/>
            <a:ext cx="1774371" cy="35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043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83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137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5/31/2018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706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872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793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578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5/31/2018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485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854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831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7238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4863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466224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3640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5/31/2018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0846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631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1037887" y="6406487"/>
            <a:ext cx="962025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313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_HA1DX4DQdM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04534"/>
            <a:ext cx="8588203" cy="1646302"/>
          </a:xfrm>
        </p:spPr>
        <p:txBody>
          <a:bodyPr/>
          <a:lstStyle/>
          <a:p>
            <a:r>
              <a:rPr lang="en-US" dirty="0"/>
              <a:t>AANWEZIGHEIDS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METING</a:t>
            </a:r>
            <a:endParaRPr lang="nl-NL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>
                <a:solidFill>
                  <a:schemeClr val="accent1"/>
                </a:solidFill>
              </a:rPr>
              <a:t>DONE RIGHT!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55036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 ENE MELDER </a:t>
            </a:r>
            <a:br>
              <a:rPr lang="nl-NL" dirty="0"/>
            </a:b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IS DE ANDER NIET…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19821"/>
            <a:ext cx="8596668" cy="3880773"/>
          </a:xfrm>
        </p:spPr>
        <p:txBody>
          <a:bodyPr/>
          <a:lstStyle/>
          <a:p>
            <a:r>
              <a:rPr lang="nl-NL" dirty="0"/>
              <a:t>Anoniem</a:t>
            </a:r>
          </a:p>
          <a:p>
            <a:r>
              <a:rPr lang="nl-NL" dirty="0"/>
              <a:t>Draadloos</a:t>
            </a:r>
          </a:p>
          <a:p>
            <a:r>
              <a:rPr lang="nl-NL" dirty="0"/>
              <a:t>Telt mensen, geen apparaten</a:t>
            </a:r>
          </a:p>
        </p:txBody>
      </p:sp>
    </p:spTree>
    <p:extLst>
      <p:ext uri="{BB962C8B-B14F-4D97-AF65-F5344CB8AC3E}">
        <p14:creationId xmlns:p14="http://schemas.microsoft.com/office/powerpoint/2010/main" val="1298141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 ENE MELDER </a:t>
            </a:r>
            <a:br>
              <a:rPr lang="nl-NL" dirty="0"/>
            </a:b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IS DE ANDER NIET…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19821"/>
            <a:ext cx="8596668" cy="3880773"/>
          </a:xfrm>
        </p:spPr>
        <p:txBody>
          <a:bodyPr/>
          <a:lstStyle/>
          <a:p>
            <a:r>
              <a:rPr lang="nl-NL" dirty="0"/>
              <a:t>Ruimtemeting</a:t>
            </a:r>
          </a:p>
          <a:p>
            <a:r>
              <a:rPr lang="nl-NL" dirty="0"/>
              <a:t>Extra nauwkeurig</a:t>
            </a:r>
          </a:p>
          <a:p>
            <a:r>
              <a:rPr lang="nl-NL" dirty="0"/>
              <a:t>Werkplekmeting</a:t>
            </a:r>
          </a:p>
          <a:p>
            <a:r>
              <a:rPr lang="nl-NL" dirty="0"/>
              <a:t>Deurteller</a:t>
            </a:r>
          </a:p>
          <a:p>
            <a:r>
              <a:rPr lang="nl-NL" dirty="0"/>
              <a:t>Ruimteteller</a:t>
            </a:r>
          </a:p>
          <a:p>
            <a:r>
              <a:rPr lang="nl-NL" dirty="0"/>
              <a:t>Verhoogde gevoeligheid - </a:t>
            </a:r>
            <a:r>
              <a:rPr lang="nl-NL" dirty="0" err="1"/>
              <a:t>UltraMotion</a:t>
            </a:r>
            <a:endParaRPr lang="nl-NL" dirty="0"/>
          </a:p>
          <a:p>
            <a:r>
              <a:rPr lang="nl-NL" dirty="0"/>
              <a:t>Bredere detectie - </a:t>
            </a:r>
            <a:r>
              <a:rPr lang="nl-NL" dirty="0" err="1"/>
              <a:t>FullAngle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71519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C976B-362D-4DE4-BCC9-D1AD87D1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RUIMTE</a:t>
            </a: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METING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E08BF6A-5B76-4FDD-B8E7-5A8ECCF3C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6219855" cy="3880773"/>
          </a:xfrm>
        </p:spPr>
        <p:txBody>
          <a:bodyPr/>
          <a:lstStyle/>
          <a:p>
            <a:r>
              <a:rPr lang="nl-NL" dirty="0"/>
              <a:t>Wandsensor</a:t>
            </a:r>
          </a:p>
          <a:p>
            <a:r>
              <a:rPr lang="nl-NL" dirty="0"/>
              <a:t>Te combineren met CO2, VOS, RH, T, …</a:t>
            </a:r>
          </a:p>
          <a:p>
            <a:r>
              <a:rPr lang="nl-NL" dirty="0"/>
              <a:t>Volledig draadloos, eenvoudig plaatsbaar</a:t>
            </a:r>
          </a:p>
          <a:p>
            <a:endParaRPr lang="nl-NL" dirty="0"/>
          </a:p>
          <a:p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453C33-708D-41A4-97DD-FB1715A351B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618410" y="3767090"/>
            <a:ext cx="2134445" cy="281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15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C976B-362D-4DE4-BCC9-D1AD87D1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EXTRA </a:t>
            </a:r>
            <a:r>
              <a:rPr lang="nl-NL" dirty="0"/>
              <a:t>NAUWKEURIG</a:t>
            </a:r>
            <a:endParaRPr lang="nl-NL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E08BF6A-5B76-4FDD-B8E7-5A8ECCF3C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127032" cy="3880773"/>
          </a:xfrm>
        </p:spPr>
        <p:txBody>
          <a:bodyPr/>
          <a:lstStyle/>
          <a:p>
            <a:r>
              <a:rPr lang="nl-NL" dirty="0"/>
              <a:t>We meten geen binaire beweging</a:t>
            </a:r>
          </a:p>
          <a:p>
            <a:r>
              <a:rPr lang="nl-NL" dirty="0"/>
              <a:t>Maar </a:t>
            </a:r>
            <a:r>
              <a:rPr lang="nl-NL" i="1" dirty="0"/>
              <a:t>magnitude</a:t>
            </a:r>
            <a:r>
              <a:rPr lang="nl-NL" dirty="0"/>
              <a:t> van beweging</a:t>
            </a:r>
          </a:p>
          <a:p>
            <a:r>
              <a:rPr lang="nl-NL" dirty="0"/>
              <a:t>Combinatie van metingen verhoogt betrouwbaarheid</a:t>
            </a:r>
          </a:p>
          <a:p>
            <a:endParaRPr lang="nl-NL" dirty="0"/>
          </a:p>
          <a:p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D8AA46-E178-496D-B592-9BEF1650A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989" y="3966947"/>
            <a:ext cx="7456958" cy="12037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62971E-4066-4CBC-A857-406E6018A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5" y="5262485"/>
            <a:ext cx="7504612" cy="135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115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C976B-362D-4DE4-BCC9-D1AD87D1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WERKPLEK</a:t>
            </a: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METING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E08BF6A-5B76-4FDD-B8E7-5A8ECCF3C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6219855" cy="3880773"/>
          </a:xfrm>
        </p:spPr>
        <p:txBody>
          <a:bodyPr/>
          <a:lstStyle/>
          <a:p>
            <a:r>
              <a:rPr lang="nl-NL" dirty="0"/>
              <a:t>Anonieme meting per werkplek</a:t>
            </a:r>
          </a:p>
          <a:p>
            <a:r>
              <a:rPr lang="nl-NL" dirty="0"/>
              <a:t>Ongevoelig voor voorbijgangers</a:t>
            </a:r>
          </a:p>
          <a:p>
            <a:r>
              <a:rPr lang="nl-NL" dirty="0"/>
              <a:t>Geeft nauwkeurig inzicht in bezetting</a:t>
            </a:r>
          </a:p>
          <a:p>
            <a:endParaRPr lang="nl-NL" dirty="0"/>
          </a:p>
          <a:p>
            <a:endParaRPr lang="nl-NL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02D00BE-D2FC-447D-8CE9-19D964B03F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543" b="43284"/>
          <a:stretch/>
        </p:blipFill>
        <p:spPr bwMode="auto">
          <a:xfrm>
            <a:off x="3107399" y="4100975"/>
            <a:ext cx="3374755" cy="2482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2771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9776C-0606-451E-AE86-76CCD66B2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DEUR</a:t>
            </a: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TELLING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8A09A-CF8B-46D5-A982-8A1F87303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Richtingsgevoelig</a:t>
            </a:r>
          </a:p>
          <a:p>
            <a:r>
              <a:rPr lang="nl-NL" dirty="0"/>
              <a:t>Telt in en uitgaand</a:t>
            </a:r>
          </a:p>
          <a:p>
            <a:r>
              <a:rPr lang="nl-NL" dirty="0"/>
              <a:t>Nauwkeuriger dan IR-oog</a:t>
            </a:r>
          </a:p>
          <a:p>
            <a:endParaRPr lang="nl-NL" dirty="0"/>
          </a:p>
          <a:p>
            <a:endParaRPr lang="nl-NL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E373451-63DD-4BE4-BF9F-FA3043C4E5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44" r="3922" b="3316"/>
          <a:stretch/>
        </p:blipFill>
        <p:spPr bwMode="auto">
          <a:xfrm>
            <a:off x="2838122" y="3826918"/>
            <a:ext cx="4163569" cy="281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6572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96F30-1FB9-4499-A755-7B636FEF2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DEUR</a:t>
            </a: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TELLING</a:t>
            </a:r>
            <a:endParaRPr lang="nl-NL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B0AD6E3-2619-42D7-85FB-B08353694A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44" r="3922" b="3316"/>
          <a:stretch/>
        </p:blipFill>
        <p:spPr bwMode="auto">
          <a:xfrm>
            <a:off x="5777265" y="4160021"/>
            <a:ext cx="3373681" cy="2283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5FBFAA87-F2B5-4384-9364-6BFC413AC5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6"/>
          <a:stretch/>
        </p:blipFill>
        <p:spPr bwMode="auto">
          <a:xfrm>
            <a:off x="609249" y="4597574"/>
            <a:ext cx="5229329" cy="159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B41874E8-36D4-448C-97E8-7610EDDD2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249" y="1468291"/>
            <a:ext cx="5071126" cy="2009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69906663-9D62-450C-946C-602B81729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3215" y="1435696"/>
            <a:ext cx="1541779" cy="190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9400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RUIMTE</a:t>
            </a: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TELLING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Detectie van warmtebronnen</a:t>
            </a:r>
          </a:p>
          <a:p>
            <a:r>
              <a:rPr lang="nl-NL" dirty="0"/>
              <a:t>Verdeelt over de ruimte</a:t>
            </a:r>
          </a:p>
          <a:p>
            <a:r>
              <a:rPr lang="nl-NL" dirty="0"/>
              <a:t>Anonieme telling van personen</a:t>
            </a:r>
          </a:p>
          <a:p>
            <a:endParaRPr lang="nl-NL" dirty="0"/>
          </a:p>
        </p:txBody>
      </p:sp>
      <p:pic>
        <p:nvPicPr>
          <p:cNvPr id="1026" name="Picture 2" descr="https://na.industrial.panasonic.com/sites/default/pidsa/files/grid-eye_infrared_array_sensor_graphic_-_panasonic_industrial_device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883" y="3950752"/>
            <a:ext cx="4313945" cy="2436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6036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805F-CEC2-425B-AD96-28615828B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RUIMTE</a:t>
            </a: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TELLING</a:t>
            </a:r>
            <a:endParaRPr lang="nl-N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9C6A48-FB23-4AE3-92AB-B08672ECC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6" name="Online Media 3" title="Grid-EYE Passive Infrared Array Sensor">
            <a:hlinkClick r:id="" action="ppaction://media"/>
            <a:extLst>
              <a:ext uri="{FF2B5EF4-FFF2-40B4-BE49-F238E27FC236}">
                <a16:creationId xmlns:a16="http://schemas.microsoft.com/office/drawing/2014/main" id="{019995E2-0B05-4506-9B62-33450EB4A4B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 rotWithShape="1">
          <a:blip r:embed="rId3"/>
          <a:srcRect t="10377" b="10843"/>
          <a:stretch/>
        </p:blipFill>
        <p:spPr>
          <a:xfrm>
            <a:off x="677334" y="2160589"/>
            <a:ext cx="6539683" cy="388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934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VERHOOGDE</a:t>
            </a:r>
            <a:r>
              <a:rPr lang="nl-NL" dirty="0"/>
              <a:t> GEVOELIGHEID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869379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nl-NL" dirty="0" err="1"/>
              <a:t>UltraMotion</a:t>
            </a:r>
            <a:endParaRPr lang="nl-NL" dirty="0"/>
          </a:p>
          <a:p>
            <a:r>
              <a:rPr lang="nl-NL" dirty="0"/>
              <a:t>Vernieuwde optiek</a:t>
            </a:r>
          </a:p>
          <a:p>
            <a:r>
              <a:rPr lang="nl-NL" dirty="0"/>
              <a:t>Nauwkeuriger</a:t>
            </a:r>
          </a:p>
          <a:p>
            <a:r>
              <a:rPr lang="nl-NL" dirty="0"/>
              <a:t>Langere afstand</a:t>
            </a:r>
            <a:br>
              <a:rPr lang="nl-NL" dirty="0"/>
            </a:br>
            <a:r>
              <a:rPr lang="nl-NL" dirty="0"/>
              <a:t>L1 = 12 meter</a:t>
            </a:r>
            <a:br>
              <a:rPr lang="nl-NL" dirty="0"/>
            </a:br>
            <a:r>
              <a:rPr lang="nl-NL" dirty="0"/>
              <a:t>L2 = 8 meter</a:t>
            </a:r>
          </a:p>
          <a:p>
            <a:r>
              <a:rPr lang="nl-NL" dirty="0"/>
              <a:t>Plat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80588" y="1930400"/>
            <a:ext cx="3329668" cy="438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925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BREDERE </a:t>
            </a: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DETECTIE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80040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nl-NL" b="1" dirty="0" err="1"/>
              <a:t>FullAngle</a:t>
            </a:r>
            <a:endParaRPr lang="nl-NL" b="1" dirty="0"/>
          </a:p>
          <a:p>
            <a:r>
              <a:rPr lang="nl-NL" dirty="0"/>
              <a:t>180º hoek</a:t>
            </a:r>
          </a:p>
          <a:p>
            <a:r>
              <a:rPr lang="nl-NL" dirty="0"/>
              <a:t>Geen dode hoeken meer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713642" y="3675073"/>
            <a:ext cx="4072979" cy="2989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11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04534"/>
            <a:ext cx="8588203" cy="1646302"/>
          </a:xfrm>
        </p:spPr>
        <p:txBody>
          <a:bodyPr/>
          <a:lstStyle/>
          <a:p>
            <a:r>
              <a:rPr lang="en-US" dirty="0"/>
              <a:t>AANWEZIGHEIDS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METING</a:t>
            </a:r>
            <a:endParaRPr lang="nl-NL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>
                <a:solidFill>
                  <a:schemeClr val="accent1"/>
                </a:solidFill>
              </a:rPr>
              <a:t>DONE RIGHT!</a:t>
            </a:r>
          </a:p>
        </p:txBody>
      </p:sp>
    </p:spTree>
    <p:extLst>
      <p:ext uri="{BB962C8B-B14F-4D97-AF65-F5344CB8AC3E}">
        <p14:creationId xmlns:p14="http://schemas.microsoft.com/office/powerpoint/2010/main" val="1758264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Custom 3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276</TotalTime>
  <Words>123</Words>
  <Application>Microsoft Office PowerPoint</Application>
  <PresentationFormat>Widescreen</PresentationFormat>
  <Paragraphs>48</Paragraphs>
  <Slides>13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Open Sans</vt:lpstr>
      <vt:lpstr>Wingdings 3</vt:lpstr>
      <vt:lpstr>Facet</vt:lpstr>
      <vt:lpstr>AANWEZIGHEIDSMETING</vt:lpstr>
      <vt:lpstr>DE ENE MELDER  IS DE ANDER NIET…</vt:lpstr>
      <vt:lpstr>DE ENE MELDER  IS DE ANDER NIET…</vt:lpstr>
      <vt:lpstr>RUIMTEMETING</vt:lpstr>
      <vt:lpstr>EXTRA NAUWKEURIG</vt:lpstr>
      <vt:lpstr>WERKPLEKMETING</vt:lpstr>
      <vt:lpstr>DEURTELLING</vt:lpstr>
      <vt:lpstr>DEURTELLING</vt:lpstr>
      <vt:lpstr>RUIMTETELLING</vt:lpstr>
      <vt:lpstr>RUIMTETELLING</vt:lpstr>
      <vt:lpstr>VERHOOGDE GEVOELIGHEID</vt:lpstr>
      <vt:lpstr>BREDERE DETECTIE</vt:lpstr>
      <vt:lpstr>AANWEZIGHEIDSMETING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Samen met KPN</dc:title>
  <dc:creator>Erik Steenbergen</dc:creator>
  <cp:lastModifiedBy>Erik Steenbergen</cp:lastModifiedBy>
  <cp:revision>27</cp:revision>
  <dcterms:created xsi:type="dcterms:W3CDTF">2016-06-19T21:10:32Z</dcterms:created>
  <dcterms:modified xsi:type="dcterms:W3CDTF">2018-05-31T10:46:07Z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